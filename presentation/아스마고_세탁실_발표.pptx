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40"/>
    <p:restoredTop sz="79071"/>
  </p:normalViewPr>
  <p:slideViewPr>
    <p:cSldViewPr snapToGrid="0" snapToObjects="1">
      <p:cViewPr varScale="1">
        <p:scale>
          <a:sx n="145" d="100"/>
          <a:sy n="145" d="100"/>
        </p:scale>
        <p:origin x="1664" y="176"/>
      </p:cViewPr>
      <p:guideLst/>
    </p:cSldViewPr>
  </p:slideViewPr>
  <p:notesTextViewPr>
    <p:cViewPr>
      <p:scale>
        <a:sx n="175" d="100"/>
        <a:sy n="1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59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오늘 제가 만든 '아스마고 세탁실'이라는 웹 서비스를 소개해드리려고 합니다. 기숙사 세탁실을 이용하면서 겪었던 불편함을 직접 해결해보고 싶어서 만들게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기숙사 세탁실을 쓰면서 반복적으로 겪는 문제가 두 가지 있었습니다. 첫 번째는 세탁기가 사용중인지 아닌지 직접 가봐야 알 수 있다는 점이고, 두 번째는 세탁이 끝난 뒤에도 빨래를 안 가져가서 다음 사람이 못 쓰는 경우가 많다는 점입니다. 이 두 가지를 해결하려면 실시간으로 세탁기 상태를 확인할 수 있는 서비스가 필요하다고 생각했습니다.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삼성 SmartThings API를 이용해서, 실제 세탁기·건조기의 상태를 가져오는 웹앱을 만들었습니다. 핵심 기능은 네 가지입니다. 첫째, 세탁기별로 대기중·사용중·완료 상태를 실시간으로 보여줍니다. 둘째, 지금 돌아가고 있는 세탁기의 남은 시간을 초 단위로 확인할 수 있습니다. 셋째, 세탁이 끝나면 웹 푸시 알림을 보내줘서 탭을 계속 열어두지 않아도 됩니다. 넷째, B동 2층, C동 1층, C동 3층처럼 세탁실 위치별로 나눠서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화면을 보여드리면, 왼쪽이 홈 화면입니다. 동·층별로 세탁실이 나뉘어 있고, 각 세탁실에 사용중이거나 완료된 세탁기가 몇 대인지 한눈에 보여줍니다. 오른쪽은 세탁실 상세 화면인데, 세탁기 하나하나가 카드로 표시되고 지금처럼 완료된 세탁기는 초록색 체크 표시로 바로 알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앞으로 개선하고 싶은 부분도 세 가지 말씀드리겠습니다. 첫째, 아직 SmartThings에 등록이 안 된 세탁기가 일부 있어서 이걸 전부 연동할 계획입니다. 둘째, 지금은 제 컴퓨터로 임시로 돌리고 있는데, 라즈베리파이 같은 상시 서버에 올려서 24시간 안정적으로 서비스할 예정입니다. 셋째, 기숙사생들이 세탁기 확인하려고 매일 들어올 웹이기 때문에, 여기에 학교 공지사항이나 행사 안내를 노출하면 홍보 효과가 클 거라고 생각합니다. 이 부분은 학교 측에서 원하시면 같이 논의해보고 싶습니다.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발표를 마치겠습니다. 부족한 부분이 많지만, 실제로 기숙사 학생들이 겪는 불편을 직접 해결해보고 싶어서 만들었습니다. 궁금하신 점 있으시면 편하게 질문해주세요.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12009" y="1280160"/>
            <a:ext cx="4754880" cy="4754880"/>
          </a:xfrm>
          <a:prstGeom prst="ellipse">
            <a:avLst/>
          </a:prstGeom>
          <a:solidFill>
            <a:srgbClr val="2E6FF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26409" y="2194560"/>
            <a:ext cx="2926080" cy="2926080"/>
          </a:xfrm>
          <a:prstGeom prst="ellipse">
            <a:avLst/>
          </a:prstGeom>
          <a:solidFill>
            <a:srgbClr val="D7E6FF">
              <a:alpha val="40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0" descr="/Users/kimtaehun/Documents/asmago-laundry/public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404" y="91440"/>
            <a:ext cx="1009318" cy="5383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아스마고 세탁실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기숙사 세탁실, 이제 가보지 않아도 알 수 있습니다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SmartThings 연동 세탁실 실시간 현황 웹앱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만들었나요?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기숙사 세탁실을 이용하며 반복적으로 겪는 두 가지 문제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가봐야 아는 상태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세탁실까지 가야 세탁기가 비어있는지 알 수 있음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헛걸음이 잦음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2286000"/>
            <a:ext cx="640080" cy="64008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후 방치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 된 세탁물을 안 가져가서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사람이 못 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실시간으로 상태를 확인할 수 있는 웹을 만들면 두 문제를 동시에 줄일 수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만들었나요?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 SmartThings API로 실제 세탁기·건조기 상태를 가져오는 웹앱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oss Face Font Mac" pitchFamily="34" charset="0"/>
                <a:ea typeface="Toss Face Font Mac" pitchFamily="34" charset="-122"/>
                <a:cs typeface="Toss Face Font Mac" pitchFamily="34" charset="-120"/>
              </a:rPr>
              <a:t>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1977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상태 확인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19773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대기중 · 사용중 · 완료를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세탁기별로 실시간 표시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4710" y="192024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714750" y="2286000"/>
            <a:ext cx="548640" cy="54864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1475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oss Face Font Mac" pitchFamily="34" charset="0"/>
                <a:ea typeface="Toss Face Font Mac" pitchFamily="34" charset="-122"/>
                <a:cs typeface="Toss Face Font Mac" pitchFamily="34" charset="-120"/>
              </a:rPr>
              <a:t>⏱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69030" y="3063240"/>
            <a:ext cx="1977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시간 표시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69030" y="3703320"/>
            <a:ext cx="19773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돌아가고 있는 세탁기의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시간을 초 단위로 확인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0780" y="192024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F3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60820" y="2286000"/>
            <a:ext cx="548640" cy="54864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608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oss Face Font Mac" pitchFamily="34" charset="0"/>
                <a:ea typeface="Toss Face Font Mac" pitchFamily="34" charset="-122"/>
                <a:cs typeface="Toss Face Font Mac" pitchFamily="34" charset="-120"/>
              </a:rPr>
              <a:t>🔔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15100" y="3063240"/>
            <a:ext cx="1977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알림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15100" y="3703320"/>
            <a:ext cx="19773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세탁 끝나면 웹 푸시 알림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(탭을 안 열어놔도 옴)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86850" y="192024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F3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406890" y="2286000"/>
            <a:ext cx="548640" cy="54864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0689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oss Face Font Mac" pitchFamily="34" charset="0"/>
                <a:ea typeface="Toss Face Font Mac" pitchFamily="34" charset="-122"/>
                <a:cs typeface="Toss Face Font Mac" pitchFamily="34" charset="-120"/>
              </a:rPr>
              <a:t>🏢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361170" y="3063240"/>
            <a:ext cx="1977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위치별 분류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361170" y="3703320"/>
            <a:ext cx="19773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B동 2층 / C동 1층 / C동 3층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세탁실별로 따로 확인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화면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(예시 데이터로 상태를 미리 채워 화면을 보여드립니다)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602949" cy="3026664"/>
          </a:xfrm>
          <a:prstGeom prst="roundRect">
            <a:avLst>
              <a:gd name="adj" fmla="val 2417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private/tmp/claude-501/-Users-kimtaehun/9469ed0c-5516-41e2-b53a-bbdebee482d3/scratchpad/ppt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4433082" cy="2880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754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— 세탁실 목록 + 실시간 요약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36208" y="1664208"/>
            <a:ext cx="3901323" cy="3283839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1" descr="/private/tmp/claude-501/-Users-kimtaehun/9469ed0c-5516-41e2-b53a-bbdebee482d3/scratchpad/ppt/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3722663" cy="31375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5012055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세탁실 상세 — 세탁기별 카드 + 상태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앞으로 개선할 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84708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미등록 세탁기 연결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30428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SmartThings에 아직 안 잡히는 일부 세탁기를 확인해서 전부 연동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29184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49300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서버 운영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9502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상시 켜져 있는 서버(라즈베리파이 등)에 올려서 24시간 서비스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93776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5138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 홍보 지면 활용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559612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기숙사생들이 매일 들어올 웹이라, 공지사항 · 행사 안내를 노출하면 전달력이 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E6FF2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아스마고 세탁실 — 궁금하신 점 편하게 질문해주세요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539</Words>
  <Application>Microsoft Macintosh PowerPoint</Application>
  <PresentationFormat>와이드스크린</PresentationFormat>
  <Paragraphs>60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Toss Face Font Mac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2</cp:revision>
  <dcterms:created xsi:type="dcterms:W3CDTF">2026-08-31T01:01:34Z</dcterms:created>
  <dcterms:modified xsi:type="dcterms:W3CDTF">2026-08-31T10:05:45Z</dcterms:modified>
</cp:coreProperties>
</file>